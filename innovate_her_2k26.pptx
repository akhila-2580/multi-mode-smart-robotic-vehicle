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DFF54-6658-45E8-A6E5-BC967C327B08}" v="21" dt="2026-09-18T21:57:19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ijraset.com/research-paper/voice-controlled-and-obstacles-detection-robotic-vehicle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jarsct.co.in/Paper13887.pdf?utm_source=chatgpt.com" TargetMode="External"/><Relationship Id="rId5" Type="http://schemas.openxmlformats.org/officeDocument/2006/relationships/hyperlink" Target="https://www.irjet.net/archives/V5/i10/IRJET-V5I10169.pdf?utm_source=chatgpt.com" TargetMode="External"/><Relationship Id="rId4" Type="http://schemas.openxmlformats.org/officeDocument/2006/relationships/hyperlink" Target="https://doi.org/10.3390/s210621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MODE SMART ROBOTIC VEHICLE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964099" cy="224263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5686" y="1212825"/>
            <a:ext cx="5924550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NO-45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:Akhila and team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4561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0227" y="1686233"/>
            <a:ext cx="11139946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Develop: Low-cost multi-mode smart robotic vehicle.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Mode: Smartphone-based movement control.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Mode: Hands-free movement using voice commands.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Mode: Control the robot through device movements.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Avoidance: Detects obstacles and automatically changes direction.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Following: Detects and follows a person.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Control: Arduino processes commands and sensor data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Operation: Switch between manual and autonomous modes.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Design: Supports future AI, camera and IoT integration.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Safe, flexible, affordable and upgradeable robotic platform.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Akhila and team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26ACD-26F8-5FB8-89CC-4DEA1645C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57085" y="1204965"/>
            <a:ext cx="10432026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Sensing: Ultrasonic and human-detection sensors collect real-time surroundings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 Arduino UNO processes sensor inputs and user commands.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Selection: User selects Manual, Voice, Tilt/Gesture, Obstacle Avoidance, or Human Following.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Logic: Arduino determines the required movement based on the selected mode and sensor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Bluetooth transfers commands between smartphone and robot.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Navigation: Robot adjusts speed and direction according to obstacles or human position.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Actuation: Motor driver converts control signals into motor movement.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Arduino → Sensor Processing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Motor Driver → Robot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6812280"/>
            <a:ext cx="3204000" cy="45719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Akhila and team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785213"/>
            <a:ext cx="93853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easily available components.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Arduino-based implementation.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modes can be integrated through software.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allows future upgrades.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accuracy, communication, gesture detection, human tracking.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/>
              <a:t>Mitigation</a:t>
            </a:r>
            <a:endParaRPr lang="en-IN" sz="2800" dirty="0"/>
          </a:p>
          <a:p>
            <a:pPr lvl="0"/>
            <a:r>
              <a:rPr lang="en-IN" sz="2800" dirty="0"/>
              <a:t>Sensor calibration </a:t>
            </a:r>
          </a:p>
          <a:p>
            <a:pPr lvl="0"/>
            <a:r>
              <a:rPr lang="en-IN" sz="2800" dirty="0"/>
              <a:t>Continuous monitoring </a:t>
            </a:r>
          </a:p>
          <a:p>
            <a:pPr lvl="0"/>
            <a:r>
              <a:rPr lang="en-IN" sz="2800" dirty="0"/>
              <a:t>Efficient power management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Akhila and team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28014"/>
            <a:ext cx="1137061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Safety</a:t>
            </a:r>
            <a:r>
              <a:rPr lang="en-IN" sz="2400" b="1" dirty="0"/>
              <a:t>-</a:t>
            </a:r>
            <a:r>
              <a:rPr lang="en-IN" sz="2400" dirty="0"/>
              <a:t>Detects obstacles and reduces collision risk.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Convenience</a:t>
            </a:r>
            <a:r>
              <a:rPr lang="en-IN" sz="2400" b="1" dirty="0"/>
              <a:t>-</a:t>
            </a:r>
            <a:r>
              <a:rPr lang="en-IN" sz="2400" dirty="0"/>
              <a:t>Supports manual, voice and gesture-based control.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Adaptability</a:t>
            </a:r>
            <a:r>
              <a:rPr lang="en-IN" sz="2400" b="1" dirty="0"/>
              <a:t>-</a:t>
            </a:r>
            <a:r>
              <a:rPr lang="en-IN" sz="2400" dirty="0"/>
              <a:t>Can operate in both controlled and semi-autonomous modes.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Low Cost</a:t>
            </a:r>
            <a:r>
              <a:rPr lang="en-IN" sz="2400" b="1" dirty="0"/>
              <a:t>-</a:t>
            </a:r>
            <a:r>
              <a:rPr lang="en-IN" sz="2400" dirty="0"/>
              <a:t>Built using affordable embedded components.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Expandable-Can later integrate cameras, IoT, mapping and AI.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r>
              <a:rPr lang="en-IN" sz="2400" b="1" dirty="0"/>
              <a:t>Future Scope</a:t>
            </a:r>
          </a:p>
          <a:p>
            <a:r>
              <a:rPr lang="en-IN" sz="2400" dirty="0"/>
              <a:t>Camera Vision → IoT → GPS → Mapping → AI-based Navigation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Akhila and team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Akhila and team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55B0F-27FE-EF9F-978B-F310B4CBDFFA}"/>
              </a:ext>
            </a:extLst>
          </p:cNvPr>
          <p:cNvSpPr txBox="1"/>
          <p:nvPr/>
        </p:nvSpPr>
        <p:spPr>
          <a:xfrm>
            <a:off x="609600" y="1126289"/>
            <a:ext cx="11700163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IN" b="1" dirty="0"/>
              <a:t>1.Multi-Sensor Fusion for Improved Navigation Accuracy in Robots</a:t>
            </a:r>
            <a:br>
              <a:rPr lang="en-IN" dirty="0"/>
            </a:br>
            <a:r>
              <a:rPr lang="en-IN" dirty="0"/>
              <a:t>Authors: De Jong Yeong et al. (2021)</a:t>
            </a:r>
            <a:br>
              <a:rPr lang="en-IN" dirty="0"/>
            </a:br>
            <a:r>
              <a:rPr lang="en-IN" b="1" dirty="0"/>
              <a:t>Full link: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https://doi.org/10.3390/s21062140</a:t>
            </a:r>
            <a:endParaRPr lang="en-IN" dirty="0"/>
          </a:p>
          <a:p>
            <a:pPr lvl="0">
              <a:lnSpc>
                <a:spcPct val="100000"/>
              </a:lnSpc>
            </a:pPr>
            <a:r>
              <a:rPr lang="en-IN" b="1" dirty="0"/>
              <a:t>2.IRJET Line Following and Obstacle Avoiding Bluetooth Controlled Surveillance Robot</a:t>
            </a:r>
            <a:br>
              <a:rPr lang="en-IN" dirty="0"/>
            </a:br>
            <a:r>
              <a:rPr lang="en-IN" dirty="0"/>
              <a:t>Authors: Anshika Tyagi, Srishti Bisht, Reeta Verma (2018)</a:t>
            </a:r>
            <a:br>
              <a:rPr lang="en-IN" dirty="0"/>
            </a:br>
            <a:r>
              <a:rPr lang="en-IN" b="1" dirty="0"/>
              <a:t>Full link:</a:t>
            </a:r>
            <a:r>
              <a:rPr lang="en-IN" dirty="0"/>
              <a:t> </a:t>
            </a:r>
            <a:r>
              <a:rPr lang="en-IN" dirty="0">
                <a:hlinkClick r:id="rId5"/>
              </a:rPr>
              <a:t>https://www.irjet.net/archives/V5/i10/IRJET-V5I10169.pdf</a:t>
            </a:r>
            <a:r>
              <a:rPr lang="en-IN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3.Arduino Based Obstacle Avoiding + Voice Control + Bluetooth Control Robot</a:t>
            </a:r>
            <a:br>
              <a:rPr lang="en-IN" dirty="0"/>
            </a:br>
            <a:r>
              <a:rPr lang="en-IN" dirty="0"/>
              <a:t>Authors: Prof. Minakshi Getkar et al. (2023)</a:t>
            </a:r>
            <a:br>
              <a:rPr lang="en-IN" dirty="0"/>
            </a:br>
            <a:r>
              <a:rPr lang="en-IN" b="1" dirty="0"/>
              <a:t>Full link:</a:t>
            </a:r>
            <a:r>
              <a:rPr lang="en-IN" dirty="0"/>
              <a:t> </a:t>
            </a:r>
            <a:r>
              <a:rPr lang="en-IN" dirty="0">
                <a:hlinkClick r:id="rId6"/>
              </a:rPr>
              <a:t>https://ijarsct.co.in/Paper13887.pdf</a:t>
            </a:r>
            <a:r>
              <a:rPr lang="en-IN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4.Voice Controlled and Obstacles Detection Robotic Vehicle</a:t>
            </a:r>
            <a:br>
              <a:rPr lang="en-IN" dirty="0"/>
            </a:br>
            <a:r>
              <a:rPr lang="en-IN" dirty="0"/>
              <a:t>Authors: Abhijith N et al. (2025)</a:t>
            </a:r>
            <a:br>
              <a:rPr lang="en-IN" dirty="0"/>
            </a:br>
            <a:r>
              <a:rPr lang="en-IN" b="1" dirty="0"/>
              <a:t>Full link:</a:t>
            </a:r>
            <a:r>
              <a:rPr lang="en-IN" dirty="0"/>
              <a:t> </a:t>
            </a:r>
            <a:r>
              <a:rPr lang="en-IN" dirty="0">
                <a:hlinkClick r:id="rId7"/>
              </a:rPr>
              <a:t>https://www.ijraset.com/research-paper/voice-controlled-and-obstacles-detection-robotic-vehicle</a:t>
            </a:r>
            <a:r>
              <a:rPr lang="en-IN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5.Application of Ultrasonic Sensor for Measuring Distances in Robotics</a:t>
            </a:r>
            <a:br>
              <a:rPr lang="en-IN" dirty="0"/>
            </a:br>
            <a:r>
              <a:rPr lang="en-IN" dirty="0"/>
              <a:t>Authors: Zhmud et al. (2018)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7593</TotalTime>
  <Words>569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PROPOSED SOLUTION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Raju pillala</cp:lastModifiedBy>
  <cp:revision>149</cp:revision>
  <dcterms:created xsi:type="dcterms:W3CDTF">2013-12-12T18:46:50Z</dcterms:created>
  <dcterms:modified xsi:type="dcterms:W3CDTF">2026-09-18T22:26:33Z</dcterms:modified>
  <cp:category/>
</cp:coreProperties>
</file>